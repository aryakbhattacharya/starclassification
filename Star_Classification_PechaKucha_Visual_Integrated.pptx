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6" r:id="rId6"/>
    <p:sldId id="261" r:id="rId7"/>
    <p:sldId id="277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D43EBA-71C1-A090-0D00-17824D8CED21}" name="Aryak Bhattacharya" initials="AB" userId="e58201a1a686dbb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93171-ED6E-4BCD-9262-EAC799E3EC91}" v="200" dt="2025-06-10T19:04:01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31" autoAdjust="0"/>
  </p:normalViewPr>
  <p:slideViewPr>
    <p:cSldViewPr snapToGrid="0" snapToObjects="1">
      <p:cViewPr varScale="1">
        <p:scale>
          <a:sx n="131" d="100"/>
          <a:sy n="131" d="100"/>
        </p:scale>
        <p:origin x="2664" y="33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k Bhattacharya" userId="e58201a1a686dbbc" providerId="LiveId" clId="{21793171-ED6E-4BCD-9262-EAC799E3EC91}"/>
    <pc:docChg chg="undo custSel addSld delSld modSld sldOrd modMainMaster modNotesMaster modShowInfo">
      <pc:chgData name="Aryak Bhattacharya" userId="e58201a1a686dbbc" providerId="LiveId" clId="{21793171-ED6E-4BCD-9262-EAC799E3EC91}" dt="2025-06-10T19:04:01.579" v="1416" actId="27636"/>
      <pc:docMkLst>
        <pc:docMk/>
      </pc:docMkLst>
      <pc:sldChg chg="addSp delSp modSp mod modTransition setBg addAnim delAnim modAnim modNotes modNotesTx">
        <pc:chgData name="Aryak Bhattacharya" userId="e58201a1a686dbbc" providerId="LiveId" clId="{21793171-ED6E-4BCD-9262-EAC799E3EC91}" dt="2025-06-10T19:04:01.429" v="1408"/>
        <pc:sldMkLst>
          <pc:docMk/>
          <pc:sldMk cId="0" sldId="256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ryak Bhattacharya" userId="e58201a1a686dbbc" providerId="LiveId" clId="{21793171-ED6E-4BCD-9262-EAC799E3EC91}" dt="2025-06-10T00:11:07.084" v="164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Aryak Bhattacharya" userId="e58201a1a686dbbc" providerId="LiveId" clId="{21793171-ED6E-4BCD-9262-EAC799E3EC91}" dt="2025-06-10T00:11:10.164" v="165" actId="478"/>
          <ac:spMkLst>
            <pc:docMk/>
            <pc:sldMk cId="0" sldId="256"/>
            <ac:spMk id="5" creationId="{F593B478-3552-3A48-F3C9-25C1AFE78ED3}"/>
          </ac:spMkLst>
        </pc:sp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0" sldId="256"/>
            <ac:picMk id="6" creationId="{725808E8-E08F-4D6F-E061-208BDCC87035}"/>
          </ac:picMkLst>
        </pc:picChg>
        <pc:picChg chg="add del mod">
          <ac:chgData name="Aryak Bhattacharya" userId="e58201a1a686dbbc" providerId="LiveId" clId="{21793171-ED6E-4BCD-9262-EAC799E3EC91}" dt="2025-06-10T07:56:34.137" v="950"/>
          <ac:picMkLst>
            <pc:docMk/>
            <pc:sldMk cId="0" sldId="256"/>
            <ac:picMk id="28" creationId="{9082AFC9-3167-AD41-6606-50FF0046F10C}"/>
          </ac:picMkLst>
        </pc:picChg>
        <pc:picChg chg="add del mod">
          <ac:chgData name="Aryak Bhattacharya" userId="e58201a1a686dbbc" providerId="LiveId" clId="{21793171-ED6E-4BCD-9262-EAC799E3EC91}" dt="2025-06-10T07:57:47.572" v="952"/>
          <ac:picMkLst>
            <pc:docMk/>
            <pc:sldMk cId="0" sldId="256"/>
            <ac:picMk id="33" creationId="{9100C7BB-D28A-17BF-D6A5-A1F126AD23A7}"/>
          </ac:picMkLst>
        </pc:picChg>
        <pc:picChg chg="add del mod">
          <ac:chgData name="Aryak Bhattacharya" userId="e58201a1a686dbbc" providerId="LiveId" clId="{21793171-ED6E-4BCD-9262-EAC799E3EC91}" dt="2025-06-10T07:59:15.231" v="978"/>
          <ac:picMkLst>
            <pc:docMk/>
            <pc:sldMk cId="0" sldId="256"/>
            <ac:picMk id="39" creationId="{F767DA7F-E980-9265-BDC2-3D17EC37F756}"/>
          </ac:picMkLst>
        </pc:picChg>
        <pc:picChg chg="add del mod">
          <ac:chgData name="Aryak Bhattacharya" userId="e58201a1a686dbbc" providerId="LiveId" clId="{21793171-ED6E-4BCD-9262-EAC799E3EC91}" dt="2025-06-10T07:59:22.316" v="979"/>
          <ac:picMkLst>
            <pc:docMk/>
            <pc:sldMk cId="0" sldId="256"/>
            <ac:picMk id="40" creationId="{71D16FC8-FDCD-53EA-6029-BA0784BCBEA4}"/>
          </ac:picMkLst>
        </pc:picChg>
        <pc:picChg chg="add del mod">
          <ac:chgData name="Aryak Bhattacharya" userId="e58201a1a686dbbc" providerId="LiveId" clId="{21793171-ED6E-4BCD-9262-EAC799E3EC91}" dt="2025-06-10T08:00:09.040" v="985"/>
          <ac:picMkLst>
            <pc:docMk/>
            <pc:sldMk cId="0" sldId="256"/>
            <ac:picMk id="45" creationId="{B82A0F2A-4E86-72A2-96AC-9CD07C3E7DFA}"/>
          </ac:picMkLst>
        </pc:picChg>
        <pc:picChg chg="add del mod">
          <ac:chgData name="Aryak Bhattacharya" userId="e58201a1a686dbbc" providerId="LiveId" clId="{21793171-ED6E-4BCD-9262-EAC799E3EC91}" dt="2025-06-10T08:03:23.683" v="1005"/>
          <ac:picMkLst>
            <pc:docMk/>
            <pc:sldMk cId="0" sldId="256"/>
            <ac:picMk id="46" creationId="{28133AC9-2D49-0AAA-AE9F-48554326043C}"/>
          </ac:picMkLst>
        </pc:picChg>
        <pc:picChg chg="add del mod ord">
          <ac:chgData name="Aryak Bhattacharya" userId="e58201a1a686dbbc" providerId="LiveId" clId="{21793171-ED6E-4BCD-9262-EAC799E3EC91}" dt="2025-06-10T08:04:01.581" v="1009" actId="478"/>
          <ac:picMkLst>
            <pc:docMk/>
            <pc:sldMk cId="0" sldId="256"/>
            <ac:picMk id="49" creationId="{0DBF77C0-CAE8-F143-CD1A-4F021298F157}"/>
          </ac:picMkLst>
        </pc:picChg>
        <pc:picChg chg="add del mod">
          <ac:chgData name="Aryak Bhattacharya" userId="e58201a1a686dbbc" providerId="LiveId" clId="{21793171-ED6E-4BCD-9262-EAC799E3EC91}" dt="2025-06-10T08:03:10.754" v="1003"/>
          <ac:picMkLst>
            <pc:docMk/>
            <pc:sldMk cId="0" sldId="256"/>
            <ac:picMk id="50" creationId="{5DC53B53-3CA2-0B58-1CCC-8A20124D3D35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56"/>
            <ac:picMk id="53" creationId="{3B54A798-E145-E11B-1BF4-6B05BA3FBAEB}"/>
          </ac:picMkLst>
        </pc:picChg>
      </pc:sldChg>
      <pc:sldChg chg="addSp delSp modSp mod modTransition setBg modNotes">
        <pc:chgData name="Aryak Bhattacharya" userId="e58201a1a686dbbc" providerId="LiveId" clId="{21793171-ED6E-4BCD-9262-EAC799E3EC91}" dt="2025-06-10T19:04:01.429" v="1408"/>
        <pc:sldMkLst>
          <pc:docMk/>
          <pc:sldMk cId="0" sldId="257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57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57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10.830" v="1010" actId="478"/>
          <ac:picMkLst>
            <pc:docMk/>
            <pc:sldMk cId="0" sldId="257"/>
            <ac:picMk id="20" creationId="{FAA5EFCA-0283-08A3-1844-545F581E0689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57"/>
            <ac:picMk id="21" creationId="{054BAA12-F830-1B0D-45E4-8AF83907D5E4}"/>
          </ac:picMkLst>
        </pc:picChg>
      </pc:sldChg>
      <pc:sldChg chg="addSp delSp modSp mod modTransition setBg modNotes modNotesTx">
        <pc:chgData name="Aryak Bhattacharya" userId="e58201a1a686dbbc" providerId="LiveId" clId="{21793171-ED6E-4BCD-9262-EAC799E3EC91}" dt="2025-06-10T19:04:01.429" v="1408"/>
        <pc:sldMkLst>
          <pc:docMk/>
          <pc:sldMk cId="0" sldId="258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58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13.074" v="1011" actId="478"/>
          <ac:picMkLst>
            <pc:docMk/>
            <pc:sldMk cId="0" sldId="258"/>
            <ac:picMk id="15" creationId="{6B90C6FF-CDEF-E4D5-D300-D346DF0E142B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58"/>
            <ac:picMk id="16" creationId="{BF2D6161-ACBE-ADD7-490E-4A3D0732F8F0}"/>
          </ac:picMkLst>
        </pc:picChg>
      </pc:sldChg>
      <pc:sldChg chg="addSp delSp modSp mod ord modTransition modNotes modNotesTx">
        <pc:chgData name="Aryak Bhattacharya" userId="e58201a1a686dbbc" providerId="LiveId" clId="{21793171-ED6E-4BCD-9262-EAC799E3EC91}" dt="2025-06-10T19:04:01.572" v="1413" actId="27636"/>
        <pc:sldMkLst>
          <pc:docMk/>
          <pc:sldMk cId="0" sldId="259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72" v="1413" actId="27636"/>
          <ac:spMkLst>
            <pc:docMk/>
            <pc:sldMk cId="0" sldId="259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0:59:52.505" v="250" actId="478"/>
          <ac:picMkLst>
            <pc:docMk/>
            <pc:sldMk cId="0" sldId="259"/>
            <ac:picMk id="5" creationId="{7DE2BEA2-125E-2D4F-3E7D-4896991AAC65}"/>
          </ac:picMkLst>
        </pc:picChg>
        <pc:picChg chg="add mod modCrop">
          <ac:chgData name="Aryak Bhattacharya" userId="e58201a1a686dbbc" providerId="LiveId" clId="{21793171-ED6E-4BCD-9262-EAC799E3EC91}" dt="2025-06-10T19:04:01.429" v="1408"/>
          <ac:picMkLst>
            <pc:docMk/>
            <pc:sldMk cId="0" sldId="259"/>
            <ac:picMk id="7" creationId="{5B8FAA82-796D-D39C-7775-3D494D0CFB09}"/>
          </ac:picMkLst>
        </pc:picChg>
        <pc:picChg chg="add mod modCrop">
          <ac:chgData name="Aryak Bhattacharya" userId="e58201a1a686dbbc" providerId="LiveId" clId="{21793171-ED6E-4BCD-9262-EAC799E3EC91}" dt="2025-06-10T19:04:01.429" v="1408"/>
          <ac:picMkLst>
            <pc:docMk/>
            <pc:sldMk cId="0" sldId="259"/>
            <ac:picMk id="9" creationId="{D2A838BB-A8E2-9C42-30BA-326F177ED458}"/>
          </ac:picMkLst>
        </pc:picChg>
        <pc:picChg chg="add del mod">
          <ac:chgData name="Aryak Bhattacharya" userId="e58201a1a686dbbc" providerId="LiveId" clId="{21793171-ED6E-4BCD-9262-EAC799E3EC91}" dt="2025-06-10T08:04:17.002" v="1012" actId="478"/>
          <ac:picMkLst>
            <pc:docMk/>
            <pc:sldMk cId="0" sldId="259"/>
            <ac:picMk id="22" creationId="{9FEDDB15-4D35-4803-8891-F912A694B02E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59"/>
            <ac:picMk id="23" creationId="{6E8AA12B-678E-C515-1603-7595D29F5345}"/>
          </ac:picMkLst>
        </pc:picChg>
      </pc:sldChg>
      <pc:sldChg chg="addSp delSp modSp del mod modTransition">
        <pc:chgData name="Aryak Bhattacharya" userId="e58201a1a686dbbc" providerId="LiveId" clId="{21793171-ED6E-4BCD-9262-EAC799E3EC91}" dt="2025-06-10T02:34:14.378" v="781" actId="47"/>
        <pc:sldMkLst>
          <pc:docMk/>
          <pc:sldMk cId="0" sldId="260"/>
        </pc:sldMkLst>
        <pc:spChg chg="mod">
          <ac:chgData name="Aryak Bhattacharya" userId="e58201a1a686dbbc" providerId="LiveId" clId="{21793171-ED6E-4BCD-9262-EAC799E3EC91}" dt="2025-06-09T19:32:59.679" v="101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09T19:32:59.679" v="101" actId="207"/>
          <ac:spMkLst>
            <pc:docMk/>
            <pc:sldMk cId="0" sldId="260"/>
            <ac:spMk id="3" creationId="{00000000-0000-0000-0000-000000000000}"/>
          </ac:spMkLst>
        </pc:spChg>
        <pc:picChg chg="del mod">
          <ac:chgData name="Aryak Bhattacharya" userId="e58201a1a686dbbc" providerId="LiveId" clId="{21793171-ED6E-4BCD-9262-EAC799E3EC91}" dt="2025-06-10T01:04:56.487" v="261" actId="478"/>
          <ac:picMkLst>
            <pc:docMk/>
            <pc:sldMk cId="0" sldId="260"/>
            <ac:picMk id="4" creationId="{00000000-0000-0000-0000-000000000000}"/>
          </ac:picMkLst>
        </pc:picChg>
        <pc:picChg chg="add del mod">
          <ac:chgData name="Aryak Bhattacharya" userId="e58201a1a686dbbc" providerId="LiveId" clId="{21793171-ED6E-4BCD-9262-EAC799E3EC91}" dt="2025-06-10T02:33:37.950" v="777" actId="21"/>
          <ac:picMkLst>
            <pc:docMk/>
            <pc:sldMk cId="0" sldId="260"/>
            <ac:picMk id="6" creationId="{E73DF52D-0B67-D436-80A1-ED38E2125EC9}"/>
          </ac:picMkLst>
        </pc:picChg>
      </pc:sldChg>
      <pc:sldChg chg="addSp delSp modSp mod ord modTransition setBg modNotes modNotesTx">
        <pc:chgData name="Aryak Bhattacharya" userId="e58201a1a686dbbc" providerId="LiveId" clId="{21793171-ED6E-4BCD-9262-EAC799E3EC91}" dt="2025-06-10T19:04:01.429" v="1408"/>
        <pc:sldMkLst>
          <pc:docMk/>
          <pc:sldMk cId="0" sldId="261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61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61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19.376" v="1014" actId="478"/>
          <ac:picMkLst>
            <pc:docMk/>
            <pc:sldMk cId="0" sldId="261"/>
            <ac:picMk id="13" creationId="{6D50514A-7B40-875C-3BF7-1292DB02B633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1"/>
            <ac:picMk id="14" creationId="{FF34E8F9-1B55-5FDA-F61D-32B0432D014A}"/>
          </ac:picMkLst>
        </pc:picChg>
      </pc:sldChg>
      <pc:sldChg chg="addSp delSp modSp mod modTransition modNotes modNotesTx">
        <pc:chgData name="Aryak Bhattacharya" userId="e58201a1a686dbbc" providerId="LiveId" clId="{21793171-ED6E-4BCD-9262-EAC799E3EC91}" dt="2025-06-10T19:04:01.575" v="1414" actId="27636"/>
        <pc:sldMkLst>
          <pc:docMk/>
          <pc:sldMk cId="0" sldId="262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62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75" v="1414" actId="27636"/>
          <ac:spMkLst>
            <pc:docMk/>
            <pc:sldMk cId="0" sldId="262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21.400" v="1016" actId="478"/>
          <ac:picMkLst>
            <pc:docMk/>
            <pc:sldMk cId="0" sldId="262"/>
            <ac:picMk id="11" creationId="{88B34FF6-F8DB-8562-77D5-E885BB4D8979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2"/>
            <ac:picMk id="12" creationId="{883224E7-3B51-8D20-5DBF-57FB0740008B}"/>
          </ac:picMkLst>
        </pc:picChg>
      </pc:sldChg>
      <pc:sldChg chg="addSp delSp modSp mod modTransition setBg modNotes">
        <pc:chgData name="Aryak Bhattacharya" userId="e58201a1a686dbbc" providerId="LiveId" clId="{21793171-ED6E-4BCD-9262-EAC799E3EC91}" dt="2025-06-10T19:04:01.577" v="1415" actId="27636"/>
        <pc:sldMkLst>
          <pc:docMk/>
          <pc:sldMk cId="0" sldId="263"/>
        </pc:sldMkLst>
        <pc:spChg chg="mod">
          <ac:chgData name="Aryak Bhattacharya" userId="e58201a1a686dbbc" providerId="LiveId" clId="{21793171-ED6E-4BCD-9262-EAC799E3EC91}" dt="2025-06-10T19:04:01.577" v="1415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63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22.813" v="1017" actId="478"/>
          <ac:picMkLst>
            <pc:docMk/>
            <pc:sldMk cId="0" sldId="263"/>
            <ac:picMk id="11" creationId="{C958602C-FA3E-D25B-D3FE-18EE64B4C08A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3"/>
            <ac:picMk id="12" creationId="{AC7E6F92-8E0B-253E-4125-D0AE904DF74C}"/>
          </ac:picMkLst>
        </pc:picChg>
      </pc:sldChg>
      <pc:sldChg chg="addSp delSp modSp mod modTransition modNotes">
        <pc:chgData name="Aryak Bhattacharya" userId="e58201a1a686dbbc" providerId="LiveId" clId="{21793171-ED6E-4BCD-9262-EAC799E3EC91}" dt="2025-06-10T19:04:01.429" v="1408"/>
        <pc:sldMkLst>
          <pc:docMk/>
          <pc:sldMk cId="0" sldId="264"/>
        </pc:sldMkLst>
        <pc:spChg chg="mod">
          <ac:chgData name="Aryak Bhattacharya" userId="e58201a1a686dbbc" providerId="LiveId" clId="{21793171-ED6E-4BCD-9262-EAC799E3EC91}" dt="2025-06-09T19:33:21.688" v="106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07:51:26.710" v="931" actId="12"/>
          <ac:spMkLst>
            <pc:docMk/>
            <pc:sldMk cId="0" sldId="264"/>
            <ac:spMk id="3" creationId="{00000000-0000-0000-0000-000000000000}"/>
          </ac:spMkLst>
        </pc:spChg>
        <pc:picChg chg="mod">
          <ac:chgData name="Aryak Bhattacharya" userId="e58201a1a686dbbc" providerId="LiveId" clId="{21793171-ED6E-4BCD-9262-EAC799E3EC91}" dt="2025-06-10T19:04:01.429" v="1408"/>
          <ac:picMkLst>
            <pc:docMk/>
            <pc:sldMk cId="0" sldId="264"/>
            <ac:picMk id="4" creationId="{00000000-0000-0000-0000-000000000000}"/>
          </ac:picMkLst>
        </pc:picChg>
        <pc:picChg chg="add del mod">
          <ac:chgData name="Aryak Bhattacharya" userId="e58201a1a686dbbc" providerId="LiveId" clId="{21793171-ED6E-4BCD-9262-EAC799E3EC91}" dt="2025-06-10T08:04:23.759" v="1018" actId="478"/>
          <ac:picMkLst>
            <pc:docMk/>
            <pc:sldMk cId="0" sldId="264"/>
            <ac:picMk id="12" creationId="{32551959-0A35-E931-F7DB-F706B029C593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4"/>
            <ac:picMk id="13" creationId="{42748AFE-9EE9-D30B-DE51-292021C2D71A}"/>
          </ac:picMkLst>
        </pc:picChg>
      </pc:sldChg>
      <pc:sldChg chg="addSp delSp modSp mod modTransition modNotes modNotesTx">
        <pc:chgData name="Aryak Bhattacharya" userId="e58201a1a686dbbc" providerId="LiveId" clId="{21793171-ED6E-4BCD-9262-EAC799E3EC91}" dt="2025-06-10T19:04:01.429" v="1408"/>
        <pc:sldMkLst>
          <pc:docMk/>
          <pc:sldMk cId="0" sldId="265"/>
        </pc:sldMkLst>
        <pc:spChg chg="mod">
          <ac:chgData name="Aryak Bhattacharya" userId="e58201a1a686dbbc" providerId="LiveId" clId="{21793171-ED6E-4BCD-9262-EAC799E3EC91}" dt="2025-06-09T19:33:23.997" v="107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07:51:19.123" v="930" actId="12"/>
          <ac:spMkLst>
            <pc:docMk/>
            <pc:sldMk cId="0" sldId="265"/>
            <ac:spMk id="3" creationId="{00000000-0000-0000-0000-000000000000}"/>
          </ac:spMkLst>
        </pc:spChg>
        <pc:picChg chg="mod">
          <ac:chgData name="Aryak Bhattacharya" userId="e58201a1a686dbbc" providerId="LiveId" clId="{21793171-ED6E-4BCD-9262-EAC799E3EC91}" dt="2025-06-10T19:04:01.429" v="1408"/>
          <ac:picMkLst>
            <pc:docMk/>
            <pc:sldMk cId="0" sldId="265"/>
            <ac:picMk id="4" creationId="{00000000-0000-0000-0000-000000000000}"/>
          </ac:picMkLst>
        </pc:pic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0" sldId="265"/>
            <ac:picMk id="9" creationId="{E73DF52D-0B67-D436-80A1-ED38E2125EC9}"/>
          </ac:picMkLst>
        </pc:picChg>
        <pc:picChg chg="add del mod">
          <ac:chgData name="Aryak Bhattacharya" userId="e58201a1a686dbbc" providerId="LiveId" clId="{21793171-ED6E-4BCD-9262-EAC799E3EC91}" dt="2025-06-10T08:04:25.650" v="1019" actId="478"/>
          <ac:picMkLst>
            <pc:docMk/>
            <pc:sldMk cId="0" sldId="265"/>
            <ac:picMk id="13" creationId="{2804AAE0-61A9-212E-A90C-BF68386B77B8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5"/>
            <ac:picMk id="14" creationId="{CE6E93D1-3762-CE8B-8283-C8A751928543}"/>
          </ac:picMkLst>
        </pc:picChg>
      </pc:sldChg>
      <pc:sldChg chg="addSp delSp modSp mod modTransition modNotes">
        <pc:chgData name="Aryak Bhattacharya" userId="e58201a1a686dbbc" providerId="LiveId" clId="{21793171-ED6E-4BCD-9262-EAC799E3EC91}" dt="2025-06-10T19:04:01.429" v="1408"/>
        <pc:sldMkLst>
          <pc:docMk/>
          <pc:sldMk cId="0" sldId="266"/>
        </pc:sldMkLst>
        <pc:spChg chg="mod">
          <ac:chgData name="Aryak Bhattacharya" userId="e58201a1a686dbbc" providerId="LiveId" clId="{21793171-ED6E-4BCD-9262-EAC799E3EC91}" dt="2025-06-09T19:33:26.107" v="108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02:58:03.863" v="792" actId="12"/>
          <ac:spMkLst>
            <pc:docMk/>
            <pc:sldMk cId="0" sldId="266"/>
            <ac:spMk id="3" creationId="{00000000-0000-0000-0000-000000000000}"/>
          </ac:spMkLst>
        </pc:spChg>
        <pc:graphicFrameChg chg="add del mod modGraphic">
          <ac:chgData name="Aryak Bhattacharya" userId="e58201a1a686dbbc" providerId="LiveId" clId="{21793171-ED6E-4BCD-9262-EAC799E3EC91}" dt="2025-06-10T02:57:56.139" v="789" actId="478"/>
          <ac:graphicFrameMkLst>
            <pc:docMk/>
            <pc:sldMk cId="0" sldId="266"/>
            <ac:graphicFrameMk id="8" creationId="{293D1B99-3B3D-655F-2E9F-A021E2F9D651}"/>
          </ac:graphicFrameMkLst>
        </pc:graphicFrameChg>
        <pc:graphicFrameChg chg="add mod modGraphic">
          <ac:chgData name="Aryak Bhattacharya" userId="e58201a1a686dbbc" providerId="LiveId" clId="{21793171-ED6E-4BCD-9262-EAC799E3EC91}" dt="2025-06-10T19:04:01.429" v="1408"/>
          <ac:graphicFrameMkLst>
            <pc:docMk/>
            <pc:sldMk cId="0" sldId="266"/>
            <ac:graphicFrameMk id="9" creationId="{3802BE82-C366-6605-A89D-11ADC356D775}"/>
          </ac:graphicFrameMkLst>
        </pc:graphicFrame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0" sldId="266"/>
            <ac:picMk id="10" creationId="{00000000-0000-0000-0000-000000000000}"/>
          </ac:picMkLst>
        </pc:picChg>
        <pc:picChg chg="add del mod">
          <ac:chgData name="Aryak Bhattacharya" userId="e58201a1a686dbbc" providerId="LiveId" clId="{21793171-ED6E-4BCD-9262-EAC799E3EC91}" dt="2025-06-10T08:04:26.765" v="1020" actId="478"/>
          <ac:picMkLst>
            <pc:docMk/>
            <pc:sldMk cId="0" sldId="266"/>
            <ac:picMk id="14" creationId="{6FEAA2E8-F2B0-44E0-BCA7-52E53CA35FE2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6"/>
            <ac:picMk id="15" creationId="{BFC5EB4D-063B-99C4-6405-6869821E7D00}"/>
          </ac:picMkLst>
        </pc:picChg>
      </pc:sldChg>
      <pc:sldChg chg="delSp modSp del mod modTransition">
        <pc:chgData name="Aryak Bhattacharya" userId="e58201a1a686dbbc" providerId="LiveId" clId="{21793171-ED6E-4BCD-9262-EAC799E3EC91}" dt="2025-06-10T03:00:24.303" v="803" actId="47"/>
        <pc:sldMkLst>
          <pc:docMk/>
          <pc:sldMk cId="0" sldId="267"/>
        </pc:sldMkLst>
        <pc:spChg chg="mod">
          <ac:chgData name="Aryak Bhattacharya" userId="e58201a1a686dbbc" providerId="LiveId" clId="{21793171-ED6E-4BCD-9262-EAC799E3EC91}" dt="2025-06-09T19:33:28.285" v="109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09T19:33:28.285" v="109" actId="207"/>
          <ac:spMkLst>
            <pc:docMk/>
            <pc:sldMk cId="0" sldId="267"/>
            <ac:spMk id="3" creationId="{00000000-0000-0000-0000-000000000000}"/>
          </ac:spMkLst>
        </pc:spChg>
        <pc:picChg chg="del mod">
          <ac:chgData name="Aryak Bhattacharya" userId="e58201a1a686dbbc" providerId="LiveId" clId="{21793171-ED6E-4BCD-9262-EAC799E3EC91}" dt="2025-06-10T02:59:17.868" v="793" actId="21"/>
          <ac:picMkLst>
            <pc:docMk/>
            <pc:sldMk cId="0" sldId="267"/>
            <ac:picMk id="4" creationId="{00000000-0000-0000-0000-000000000000}"/>
          </ac:picMkLst>
        </pc:picChg>
      </pc:sldChg>
      <pc:sldChg chg="addSp delSp modSp mod modTransition modNotes">
        <pc:chgData name="Aryak Bhattacharya" userId="e58201a1a686dbbc" providerId="LiveId" clId="{21793171-ED6E-4BCD-9262-EAC799E3EC91}" dt="2025-06-10T19:04:01.579" v="1416" actId="27636"/>
        <pc:sldMkLst>
          <pc:docMk/>
          <pc:sldMk cId="0" sldId="268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68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79" v="1416" actId="27636"/>
          <ac:spMkLst>
            <pc:docMk/>
            <pc:sldMk cId="0" sldId="268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2:59:40.912" v="798" actId="21"/>
          <ac:picMkLst>
            <pc:docMk/>
            <pc:sldMk cId="0" sldId="268"/>
            <ac:picMk id="8" creationId="{00000000-0000-0000-0000-000000000000}"/>
          </ac:picMkLst>
        </pc:picChg>
        <pc:picChg chg="add del mod">
          <ac:chgData name="Aryak Bhattacharya" userId="e58201a1a686dbbc" providerId="LiveId" clId="{21793171-ED6E-4BCD-9262-EAC799E3EC91}" dt="2025-06-10T08:04:27.830" v="1021" actId="478"/>
          <ac:picMkLst>
            <pc:docMk/>
            <pc:sldMk cId="0" sldId="268"/>
            <ac:picMk id="12" creationId="{9EA076C2-A025-B997-94FE-7897CD7813E8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8"/>
            <ac:picMk id="13" creationId="{FE6171FA-3BBF-7803-22C0-F7627C4F1D77}"/>
          </ac:picMkLst>
        </pc:picChg>
      </pc:sldChg>
      <pc:sldChg chg="addSp delSp modSp mod modTransition setBg modNotes">
        <pc:chgData name="Aryak Bhattacharya" userId="e58201a1a686dbbc" providerId="LiveId" clId="{21793171-ED6E-4BCD-9262-EAC799E3EC91}" dt="2025-06-10T19:04:01.429" v="1408"/>
        <pc:sldMkLst>
          <pc:docMk/>
          <pc:sldMk cId="0" sldId="269"/>
        </pc:sldMkLst>
        <pc:spChg chg="mod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08:03:32.783" v="1007" actId="12"/>
          <ac:spMkLst>
            <pc:docMk/>
            <pc:sldMk cId="0" sldId="269"/>
            <ac:spMk id="3" creationId="{00000000-0000-0000-0000-000000000000}"/>
          </ac:spMkLst>
        </pc:spChg>
        <pc:spChg chg="add del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14" creationId="{A4E37431-20F0-4DD6-84A9-ED2B644943A2}"/>
          </ac:spMkLst>
        </pc:spChg>
        <pc:spChg chg="add del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16" creationId="{0AE98B72-66C6-4AB4-AF0D-BA830DE86393}"/>
          </ac:spMkLst>
        </pc:spChg>
        <pc:spChg chg="add del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18" creationId="{407EAFC6-733F-403D-BB4D-05A3A28742F1}"/>
          </ac:spMkLst>
        </pc:spChg>
        <pc:spChg chg="add del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20" creationId="{17A36730-4CB0-4F61-AD11-A44C9765833F}"/>
          </ac:spMkLst>
        </pc:spChg>
        <pc:spChg chg="add del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22" creationId="{C69C79E1-F916-4929-A4F3-DE763D4BFA57}"/>
          </ac:spMkLst>
        </pc:spChg>
        <pc:spChg chg="add del">
          <ac:chgData name="Aryak Bhattacharya" userId="e58201a1a686dbbc" providerId="LiveId" clId="{21793171-ED6E-4BCD-9262-EAC799E3EC91}" dt="2025-06-10T06:39:41.477" v="825" actId="26606"/>
          <ac:spMkLst>
            <pc:docMk/>
            <pc:sldMk cId="0" sldId="269"/>
            <ac:spMk id="24" creationId="{767334AB-16BD-4EC7-8C6B-4B5171600933}"/>
          </ac:spMkLst>
        </pc:sp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0" sldId="269"/>
            <ac:picMk id="9" creationId="{EE1719AB-0EE4-8E2A-D42B-04D7A5691BDE}"/>
          </ac:picMkLst>
        </pc:picChg>
        <pc:picChg chg="add del mod">
          <ac:chgData name="Aryak Bhattacharya" userId="e58201a1a686dbbc" providerId="LiveId" clId="{21793171-ED6E-4BCD-9262-EAC799E3EC91}" dt="2025-06-10T08:04:28.842" v="1022" actId="478"/>
          <ac:picMkLst>
            <pc:docMk/>
            <pc:sldMk cId="0" sldId="269"/>
            <ac:picMk id="15" creationId="{B9384991-C67C-E129-F7B1-FE267BD4FC57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69"/>
            <ac:picMk id="17" creationId="{B495B993-C318-5D90-2831-38D515D52A13}"/>
          </ac:picMkLst>
        </pc:picChg>
      </pc:sldChg>
      <pc:sldChg chg="addSp delSp modSp mod modTransition modNotes">
        <pc:chgData name="Aryak Bhattacharya" userId="e58201a1a686dbbc" providerId="LiveId" clId="{21793171-ED6E-4BCD-9262-EAC799E3EC91}" dt="2025-06-10T19:04:01.429" v="1408"/>
        <pc:sldMkLst>
          <pc:docMk/>
          <pc:sldMk cId="0" sldId="270"/>
        </pc:sldMkLst>
        <pc:spChg chg="mod">
          <ac:chgData name="Aryak Bhattacharya" userId="e58201a1a686dbbc" providerId="LiveId" clId="{21793171-ED6E-4BCD-9262-EAC799E3EC91}" dt="2025-06-09T19:33:35.495" v="112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08:03:29.068" v="1006" actId="12"/>
          <ac:spMkLst>
            <pc:docMk/>
            <pc:sldMk cId="0" sldId="270"/>
            <ac:spMk id="3" creationId="{00000000-0000-0000-0000-000000000000}"/>
          </ac:spMkLst>
        </pc:sp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0" sldId="270"/>
            <ac:picMk id="9" creationId="{F03DE810-E57B-BB8A-AF19-2D61303D539D}"/>
          </ac:picMkLst>
        </pc:picChg>
        <pc:picChg chg="add del mod">
          <ac:chgData name="Aryak Bhattacharya" userId="e58201a1a686dbbc" providerId="LiveId" clId="{21793171-ED6E-4BCD-9262-EAC799E3EC91}" dt="2025-06-10T08:04:29.888" v="1023" actId="478"/>
          <ac:picMkLst>
            <pc:docMk/>
            <pc:sldMk cId="0" sldId="270"/>
            <ac:picMk id="14" creationId="{61F42B6B-F773-7439-6DA5-F4AE94C552A1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70"/>
            <ac:picMk id="15" creationId="{40EA20D4-66B7-031B-ECFD-EE00D0737CE7}"/>
          </ac:picMkLst>
        </pc:picChg>
      </pc:sldChg>
      <pc:sldChg chg="addSp delSp modSp mod modTransition modNotes">
        <pc:chgData name="Aryak Bhattacharya" userId="e58201a1a686dbbc" providerId="LiveId" clId="{21793171-ED6E-4BCD-9262-EAC799E3EC91}" dt="2025-06-10T19:04:01.560" v="1409" actId="27636"/>
        <pc:sldMkLst>
          <pc:docMk/>
          <pc:sldMk cId="0" sldId="271"/>
        </pc:sldMkLst>
        <pc:spChg chg="mod">
          <ac:chgData name="Aryak Bhattacharya" userId="e58201a1a686dbbc" providerId="LiveId" clId="{21793171-ED6E-4BCD-9262-EAC799E3EC91}" dt="2025-06-09T19:33:39.744" v="113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60" v="1409" actId="27636"/>
          <ac:spMkLst>
            <pc:docMk/>
            <pc:sldMk cId="0" sldId="271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30.854" v="1024" actId="478"/>
          <ac:picMkLst>
            <pc:docMk/>
            <pc:sldMk cId="0" sldId="271"/>
            <ac:picMk id="12" creationId="{A6CA1D88-3E43-5E73-5524-42E9861E7EBB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71"/>
            <ac:picMk id="13" creationId="{091A9894-934F-9E2C-C765-0506A988FD40}"/>
          </ac:picMkLst>
        </pc:picChg>
      </pc:sldChg>
      <pc:sldChg chg="addSp delSp modSp mod ord modTransition modNotes">
        <pc:chgData name="Aryak Bhattacharya" userId="e58201a1a686dbbc" providerId="LiveId" clId="{21793171-ED6E-4BCD-9262-EAC799E3EC91}" dt="2025-06-10T19:04:01.429" v="1408"/>
        <pc:sldMkLst>
          <pc:docMk/>
          <pc:sldMk cId="0" sldId="272"/>
        </pc:sldMkLst>
        <pc:spChg chg="mod">
          <ac:chgData name="Aryak Bhattacharya" userId="e58201a1a686dbbc" providerId="LiveId" clId="{21793171-ED6E-4BCD-9262-EAC799E3EC91}" dt="2025-06-10T07:26:51.203" v="858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0" sldId="272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33.571" v="1026" actId="478"/>
          <ac:picMkLst>
            <pc:docMk/>
            <pc:sldMk cId="0" sldId="272"/>
            <ac:picMk id="11" creationId="{7EE03681-1C28-89B0-6F68-25E5881E2BAE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72"/>
            <ac:picMk id="12" creationId="{6EEF9563-FC2E-BB29-B2E3-CEDFA832820A}"/>
          </ac:picMkLst>
        </pc:picChg>
      </pc:sldChg>
      <pc:sldChg chg="addSp delSp modSp mod modTransition modNotes modNotesTx">
        <pc:chgData name="Aryak Bhattacharya" userId="e58201a1a686dbbc" providerId="LiveId" clId="{21793171-ED6E-4BCD-9262-EAC799E3EC91}" dt="2025-06-10T19:04:01.564" v="1410" actId="27636"/>
        <pc:sldMkLst>
          <pc:docMk/>
          <pc:sldMk cId="0" sldId="273"/>
        </pc:sldMkLst>
        <pc:spChg chg="mod">
          <ac:chgData name="Aryak Bhattacharya" userId="e58201a1a686dbbc" providerId="LiveId" clId="{21793171-ED6E-4BCD-9262-EAC799E3EC91}" dt="2025-06-09T19:33:47.523" v="115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64" v="1410" actId="27636"/>
          <ac:spMkLst>
            <pc:docMk/>
            <pc:sldMk cId="0" sldId="273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31.986" v="1025" actId="478"/>
          <ac:picMkLst>
            <pc:docMk/>
            <pc:sldMk cId="0" sldId="273"/>
            <ac:picMk id="11" creationId="{5D7FBE78-5A8E-9EE6-62FE-9A59BBD6445C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73"/>
            <ac:picMk id="12" creationId="{1DAFDEE6-DF51-450F-D128-CC0A21F32E4F}"/>
          </ac:picMkLst>
        </pc:picChg>
      </pc:sldChg>
      <pc:sldChg chg="addSp delSp modSp mod modTransition modNotes modNotesTx">
        <pc:chgData name="Aryak Bhattacharya" userId="e58201a1a686dbbc" providerId="LiveId" clId="{21793171-ED6E-4BCD-9262-EAC799E3EC91}" dt="2025-06-10T19:04:01.566" v="1411" actId="27636"/>
        <pc:sldMkLst>
          <pc:docMk/>
          <pc:sldMk cId="0" sldId="274"/>
        </pc:sldMkLst>
        <pc:spChg chg="mod">
          <ac:chgData name="Aryak Bhattacharya" userId="e58201a1a686dbbc" providerId="LiveId" clId="{21793171-ED6E-4BCD-9262-EAC799E3EC91}" dt="2025-06-09T19:33:49.802" v="116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66" v="1411" actId="27636"/>
          <ac:spMkLst>
            <pc:docMk/>
            <pc:sldMk cId="0" sldId="274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34.813" v="1027" actId="478"/>
          <ac:picMkLst>
            <pc:docMk/>
            <pc:sldMk cId="0" sldId="274"/>
            <ac:picMk id="9" creationId="{4135B339-BBA2-9354-93DB-4E095ADC101F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74"/>
            <ac:picMk id="10" creationId="{96185546-97FF-F07D-E7A8-391A792FA2B4}"/>
          </ac:picMkLst>
        </pc:picChg>
      </pc:sldChg>
      <pc:sldChg chg="addSp delSp modSp mod modTransition modNotes">
        <pc:chgData name="Aryak Bhattacharya" userId="e58201a1a686dbbc" providerId="LiveId" clId="{21793171-ED6E-4BCD-9262-EAC799E3EC91}" dt="2025-06-10T19:04:01.568" v="1412" actId="27636"/>
        <pc:sldMkLst>
          <pc:docMk/>
          <pc:sldMk cId="0" sldId="275"/>
        </pc:sldMkLst>
        <pc:spChg chg="mod">
          <ac:chgData name="Aryak Bhattacharya" userId="e58201a1a686dbbc" providerId="LiveId" clId="{21793171-ED6E-4BCD-9262-EAC799E3EC91}" dt="2025-06-09T19:33:51.968" v="117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568" v="1412" actId="27636"/>
          <ac:spMkLst>
            <pc:docMk/>
            <pc:sldMk cId="0" sldId="275"/>
            <ac:spMk id="3" creationId="{00000000-0000-0000-0000-000000000000}"/>
          </ac:spMkLst>
        </pc:spChg>
        <pc:picChg chg="add del mod">
          <ac:chgData name="Aryak Bhattacharya" userId="e58201a1a686dbbc" providerId="LiveId" clId="{21793171-ED6E-4BCD-9262-EAC799E3EC91}" dt="2025-06-10T08:04:35.772" v="1028" actId="478"/>
          <ac:picMkLst>
            <pc:docMk/>
            <pc:sldMk cId="0" sldId="275"/>
            <ac:picMk id="9" creationId="{9FDB4424-799D-ED38-ABC9-2801059A60AE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0" sldId="275"/>
            <ac:picMk id="10" creationId="{B814396B-A206-1596-9D84-A528ED68D2E0}"/>
          </ac:picMkLst>
        </pc:picChg>
      </pc:sldChg>
      <pc:sldChg chg="addSp delSp modSp new mod modTransition modNotes modNotesTx">
        <pc:chgData name="Aryak Bhattacharya" userId="e58201a1a686dbbc" providerId="LiveId" clId="{21793171-ED6E-4BCD-9262-EAC799E3EC91}" dt="2025-06-10T19:04:01.429" v="1408"/>
        <pc:sldMkLst>
          <pc:docMk/>
          <pc:sldMk cId="2536613546" sldId="276"/>
        </pc:sld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2536613546" sldId="276"/>
            <ac:spMk id="2" creationId="{CAEC34B9-83FE-6501-7D72-99F3EAD32DCA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2536613546" sldId="276"/>
            <ac:spMk id="3" creationId="{9300558A-CF98-EC91-E98E-27B87689FE19}"/>
          </ac:spMkLst>
        </pc:sp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2536613546" sldId="276"/>
            <ac:picMk id="5" creationId="{927A4C44-1F6E-A98F-76E6-CCB7C7B48F8B}"/>
          </ac:picMkLst>
        </pc:picChg>
        <pc:picChg chg="add del mod">
          <ac:chgData name="Aryak Bhattacharya" userId="e58201a1a686dbbc" providerId="LiveId" clId="{21793171-ED6E-4BCD-9262-EAC799E3EC91}" dt="2025-06-10T08:04:18.349" v="1013" actId="478"/>
          <ac:picMkLst>
            <pc:docMk/>
            <pc:sldMk cId="2536613546" sldId="276"/>
            <ac:picMk id="12" creationId="{72F87779-701F-A7A9-109E-E6124B749083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2536613546" sldId="276"/>
            <ac:picMk id="13" creationId="{355FAB35-FB99-50DB-1BCB-98A2B67C660F}"/>
          </ac:picMkLst>
        </pc:picChg>
      </pc:sldChg>
      <pc:sldChg chg="addSp delSp modSp new mod ord modTransition modNotes modNotesTx">
        <pc:chgData name="Aryak Bhattacharya" userId="e58201a1a686dbbc" providerId="LiveId" clId="{21793171-ED6E-4BCD-9262-EAC799E3EC91}" dt="2025-06-10T19:04:01.429" v="1408"/>
        <pc:sldMkLst>
          <pc:docMk/>
          <pc:sldMk cId="2716081095" sldId="277"/>
        </pc:sldMkLst>
        <pc:spChg chg="mod">
          <ac:chgData name="Aryak Bhattacharya" userId="e58201a1a686dbbc" providerId="LiveId" clId="{21793171-ED6E-4BCD-9262-EAC799E3EC91}" dt="2025-06-10T02:07:15.499" v="428" actId="20577"/>
          <ac:spMkLst>
            <pc:docMk/>
            <pc:sldMk cId="2716081095" sldId="277"/>
            <ac:spMk id="2" creationId="{AF7B9626-D1C3-01B0-4375-DF4AC11347BE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k cId="2716081095" sldId="277"/>
            <ac:spMk id="3" creationId="{9A5C261C-9799-E03E-6408-F44223351870}"/>
          </ac:spMkLst>
        </pc:spChg>
        <pc:picChg chg="add mod">
          <ac:chgData name="Aryak Bhattacharya" userId="e58201a1a686dbbc" providerId="LiveId" clId="{21793171-ED6E-4BCD-9262-EAC799E3EC91}" dt="2025-06-10T19:04:01.429" v="1408"/>
          <ac:picMkLst>
            <pc:docMk/>
            <pc:sldMk cId="2716081095" sldId="277"/>
            <ac:picMk id="5" creationId="{F0EBAD19-7446-21F5-F157-E9B4B1ED6AFD}"/>
          </ac:picMkLst>
        </pc:picChg>
        <pc:picChg chg="add del mod">
          <ac:chgData name="Aryak Bhattacharya" userId="e58201a1a686dbbc" providerId="LiveId" clId="{21793171-ED6E-4BCD-9262-EAC799E3EC91}" dt="2025-06-10T08:04:20.501" v="1015" actId="478"/>
          <ac:picMkLst>
            <pc:docMk/>
            <pc:sldMk cId="2716081095" sldId="277"/>
            <ac:picMk id="10" creationId="{2E77D270-A1B8-AA9E-20D4-F03401A538A8}"/>
          </ac:picMkLst>
        </pc:picChg>
        <pc:picChg chg="add del mod">
          <ac:chgData name="Aryak Bhattacharya" userId="e58201a1a686dbbc" providerId="LiveId" clId="{21793171-ED6E-4BCD-9262-EAC799E3EC91}" dt="2025-06-10T08:03:09.561" v="1002" actId="34818"/>
          <ac:picMkLst>
            <pc:docMk/>
            <pc:sldMk cId="2716081095" sldId="277"/>
            <ac:picMk id="11" creationId="{174084A0-A94C-E775-5979-7D8D6A3C998E}"/>
          </ac:picMkLst>
        </pc:picChg>
      </pc:sldChg>
      <pc:sldMasterChg chg="modSp modTransition setBg modSldLayout">
        <pc:chgData name="Aryak Bhattacharya" userId="e58201a1a686dbbc" providerId="LiveId" clId="{21793171-ED6E-4BCD-9262-EAC799E3EC91}" dt="2025-06-10T19:04:01.429" v="1408"/>
        <pc:sldMasterMkLst>
          <pc:docMk/>
          <pc:sldMasterMk cId="2209977519" sldId="2147483648"/>
        </pc:sldMasterMkLst>
        <pc:spChg chg="mod">
          <ac:chgData name="Aryak Bhattacharya" userId="e58201a1a686dbbc" providerId="LiveId" clId="{21793171-ED6E-4BCD-9262-EAC799E3EC91}" dt="2025-06-10T19:04:01.429" v="1408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Aryak Bhattacharya" userId="e58201a1a686dbbc" providerId="LiveId" clId="{21793171-ED6E-4BCD-9262-EAC799E3EC91}" dt="2025-06-10T19:04:01.429" v="1408"/>
          <ac:spMkLst>
            <pc:docMk/>
            <pc:sldMasterMk cId="2209977519" sldId="2147483648"/>
            <ac:spMk id="6" creationId="{00000000-0000-0000-0000-000000000000}"/>
          </ac:spMkLst>
        </pc:sp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Transition setBg">
          <pc:chgData name="Aryak Bhattacharya" userId="e58201a1a686dbbc" providerId="LiveId" clId="{21793171-ED6E-4BCD-9262-EAC799E3EC91}" dt="2025-06-10T17:42:03.161" v="1244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Transition setBg">
          <pc:chgData name="Aryak Bhattacharya" userId="e58201a1a686dbbc" providerId="LiveId" clId="{21793171-ED6E-4BCD-9262-EAC799E3EC91}" dt="2025-06-10T17:42:03.161" v="1244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 setBg">
          <pc:chgData name="Aryak Bhattacharya" userId="e58201a1a686dbbc" providerId="LiveId" clId="{21793171-ED6E-4BCD-9262-EAC799E3EC91}" dt="2025-06-10T17:42:03.161" v="1244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Transition setBg">
          <pc:chgData name="Aryak Bhattacharya" userId="e58201a1a686dbbc" providerId="LiveId" clId="{21793171-ED6E-4BCD-9262-EAC799E3EC91}" dt="2025-06-10T17:42:03.161" v="1244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Sp modTransition setBg">
          <pc:chgData name="Aryak Bhattacharya" userId="e58201a1a686dbbc" providerId="LiveId" clId="{21793171-ED6E-4BCD-9262-EAC799E3EC91}" dt="2025-06-10T19:04:01.429" v="1408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Aryak Bhattacharya" userId="e58201a1a686dbbc" providerId="LiveId" clId="{21793171-ED6E-4BCD-9262-EAC799E3EC91}" dt="2025-06-10T19:04:01.429" v="1408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F3144-E5F7-4317-B6A9-6847A6954BE6}" type="datetimeFigureOut">
              <a:rPr lang="en-PK" smtClean="0"/>
              <a:t>10/06/2025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50F20-DE17-4542-A345-580DF5C73E1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8728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3275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756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50843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62111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2777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29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1325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71251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2098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2354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880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37205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4512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9570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0867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1433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153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2203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6766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50F20-DE17-4542-A345-580DF5C73E1E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9767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2267056"/>
            <a:ext cx="6172200" cy="458111"/>
          </a:xfrm>
          <a:noFill/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Star Classification Using Spectral Data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Picture 5" descr="Color-coding stars">
            <a:extLst>
              <a:ext uri="{FF2B5EF4-FFF2-40B4-BE49-F238E27FC236}">
                <a16:creationId xmlns:a16="http://schemas.microsoft.com/office/drawing/2014/main" id="{725808E8-E08F-4D6F-E061-208BDCC87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71" y="3786764"/>
            <a:ext cx="3097367" cy="1510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77496"/>
            <a:ext cx="4877921" cy="85725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Why Classification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116" y="4422402"/>
            <a:ext cx="5250248" cy="958103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sz="1500" dirty="0">
                <a:solidFill>
                  <a:schemeClr val="bg1"/>
                </a:solidFill>
              </a:rPr>
              <a:t>Spectral classification helps in planet search, life exploration, and</a:t>
            </a:r>
          </a:p>
          <a:p>
            <a:pPr marL="0" indent="0">
              <a:buNone/>
            </a:pPr>
            <a:r>
              <a:rPr sz="1500" dirty="0">
                <a:solidFill>
                  <a:schemeClr val="bg1"/>
                </a:solidFill>
              </a:rPr>
              <a:t>understanding stellar evolution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9" y="1282754"/>
            <a:ext cx="2356597" cy="530248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Dataset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746" y="4284457"/>
            <a:ext cx="5614147" cy="615203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1500" dirty="0">
                <a:solidFill>
                  <a:schemeClr val="bg1"/>
                </a:solidFill>
              </a:rPr>
              <a:t>Used Vmag, B-V index, Parallax, and </a:t>
            </a:r>
            <a:r>
              <a:rPr sz="1500" dirty="0" err="1">
                <a:solidFill>
                  <a:schemeClr val="bg1"/>
                </a:solidFill>
              </a:rPr>
              <a:t>SpType</a:t>
            </a:r>
            <a:r>
              <a:rPr sz="1500" dirty="0">
                <a:solidFill>
                  <a:schemeClr val="bg1"/>
                </a:solidFill>
              </a:rPr>
              <a:t> from 'Star Categorization -</a:t>
            </a:r>
          </a:p>
          <a:p>
            <a:pPr marL="0" indent="0">
              <a:buNone/>
            </a:pPr>
            <a:r>
              <a:rPr sz="1500" dirty="0">
                <a:solidFill>
                  <a:schemeClr val="bg1"/>
                </a:solidFill>
              </a:rPr>
              <a:t>Giants and Dwarfs'.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535" y="1255039"/>
            <a:ext cx="3576387" cy="714437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Cleaning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895" y="2988655"/>
            <a:ext cx="6103284" cy="3832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Removed malformed entries and filtered based on parallax error threshold.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FAA82-796D-D39C-7775-3D494D0CFB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07"/>
          <a:stretch>
            <a:fillRect/>
          </a:stretch>
        </p:blipFill>
        <p:spPr>
          <a:xfrm>
            <a:off x="998641" y="3815926"/>
            <a:ext cx="3010282" cy="1150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A838BB-A8E2-9C42-30BA-326F177ED4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998641" y="3683748"/>
            <a:ext cx="3015083" cy="1321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34B9-83FE-6501-7D72-99F3EAD3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063230"/>
            <a:ext cx="3386890" cy="750532"/>
          </a:xfrm>
        </p:spPr>
        <p:txBody>
          <a:bodyPr/>
          <a:lstStyle/>
          <a:p>
            <a:r>
              <a:rPr lang="en-IN" dirty="0" err="1">
                <a:solidFill>
                  <a:schemeClr val="bg1"/>
                </a:solidFill>
              </a:rPr>
              <a:t>SpType</a:t>
            </a:r>
            <a:r>
              <a:rPr lang="en-IN" dirty="0">
                <a:solidFill>
                  <a:schemeClr val="bg1"/>
                </a:solidFill>
              </a:rPr>
              <a:t> Challenges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558A-CF98-EC91-E98E-27B87689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36" y="4686668"/>
            <a:ext cx="4289258" cy="532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50" dirty="0">
                <a:solidFill>
                  <a:schemeClr val="bg1"/>
                </a:solidFill>
              </a:rPr>
              <a:t>The </a:t>
            </a:r>
            <a:r>
              <a:rPr lang="en-IN" sz="1650" dirty="0" err="1">
                <a:solidFill>
                  <a:schemeClr val="bg1"/>
                </a:solidFill>
              </a:rPr>
              <a:t>SpType</a:t>
            </a:r>
            <a:r>
              <a:rPr lang="en-IN" sz="1650" dirty="0">
                <a:solidFill>
                  <a:schemeClr val="bg1"/>
                </a:solidFill>
              </a:rPr>
              <a:t> entries were a mess.</a:t>
            </a:r>
            <a:endParaRPr lang="en-PK" sz="165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A4C44-1F6E-A98F-76E6-CCB7C7B48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512" y="2114368"/>
            <a:ext cx="73590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1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77579"/>
            <a:ext cx="8229600" cy="85725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" y="3429002"/>
            <a:ext cx="8229600" cy="580676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dirty="0">
                <a:solidFill>
                  <a:schemeClr val="bg1"/>
                </a:solidFill>
              </a:rPr>
              <a:t>Using parallax, I engineered a new feature </a:t>
            </a:r>
            <a:r>
              <a:rPr lang="en-IN">
                <a:solidFill>
                  <a:schemeClr val="bg1"/>
                </a:solidFill>
              </a:rPr>
              <a:t>called Distance</a:t>
            </a:r>
            <a:r>
              <a:rPr lang="en-IN"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9626-D1C3-01B0-4375-DF4AC113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Extracting Labels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261C-9799-E03E-6408-F44223351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36" y="2350452"/>
            <a:ext cx="4541921" cy="52337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Splitting the </a:t>
            </a:r>
            <a:r>
              <a:rPr lang="en-IN" dirty="0" err="1">
                <a:solidFill>
                  <a:schemeClr val="bg1"/>
                </a:solidFill>
              </a:rPr>
              <a:t>SpType</a:t>
            </a:r>
            <a:r>
              <a:rPr lang="en-IN" dirty="0">
                <a:solidFill>
                  <a:schemeClr val="bg1"/>
                </a:solidFill>
              </a:rPr>
              <a:t> set to expand</a:t>
            </a:r>
            <a:endParaRPr lang="en-PK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BAD19-7446-21F5-F157-E9B4B1ED6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76" y="2927165"/>
            <a:ext cx="4851284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8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3231"/>
            <a:ext cx="3138207" cy="51512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593" y="4074992"/>
            <a:ext cx="5014072" cy="32777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Used Vmag, Distance (1000/</a:t>
            </a:r>
            <a:r>
              <a:rPr dirty="0" err="1">
                <a:solidFill>
                  <a:schemeClr val="bg1"/>
                </a:solidFill>
              </a:rPr>
              <a:t>Plx</a:t>
            </a:r>
            <a:r>
              <a:rPr dirty="0">
                <a:solidFill>
                  <a:schemeClr val="bg1"/>
                </a:solidFill>
              </a:rPr>
              <a:t>), and B-V as input features.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011" y="1171515"/>
            <a:ext cx="2863516" cy="588106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091" y="4615817"/>
            <a:ext cx="4198844" cy="580676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sz="1800" dirty="0">
                <a:solidFill>
                  <a:schemeClr val="bg1"/>
                </a:solidFill>
              </a:rPr>
              <a:t>Standardized features using </a:t>
            </a:r>
            <a:r>
              <a:rPr sz="1800" dirty="0" err="1">
                <a:solidFill>
                  <a:schemeClr val="bg1"/>
                </a:solidFill>
              </a:rPr>
              <a:t>StandardScaler</a:t>
            </a:r>
            <a:r>
              <a:rPr sz="1800" dirty="0">
                <a:solidFill>
                  <a:schemeClr val="bg1"/>
                </a:solidFill>
              </a:rPr>
              <a:t> before training.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PCA for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Applied PCA to reduce dimensionality to 2D space.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733" y="2755409"/>
            <a:ext cx="2743200" cy="182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Handling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Used SMOTE to balance classes and generate synthetic samples.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82" y="2840237"/>
            <a:ext cx="27432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3DF52D-0B67-D436-80A1-ED38E2125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71" y="2727443"/>
            <a:ext cx="1876113" cy="21907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Models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Decision Tree, Random Forest, and SVM (RBF) were evaluated.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02BE82-C366-6605-A89D-11ADC356D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25443"/>
              </p:ext>
            </p:extLst>
          </p:nvPr>
        </p:nvGraphicFramePr>
        <p:xfrm>
          <a:off x="698302" y="2707267"/>
          <a:ext cx="4521994" cy="192024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74683">
                  <a:extLst>
                    <a:ext uri="{9D8B030D-6E8A-4147-A177-3AD203B41FA5}">
                      <a16:colId xmlns:a16="http://schemas.microsoft.com/office/drawing/2014/main" val="3794351977"/>
                    </a:ext>
                  </a:extLst>
                </a:gridCol>
                <a:gridCol w="578096">
                  <a:extLst>
                    <a:ext uri="{9D8B030D-6E8A-4147-A177-3AD203B41FA5}">
                      <a16:colId xmlns:a16="http://schemas.microsoft.com/office/drawing/2014/main" val="2404681113"/>
                    </a:ext>
                  </a:extLst>
                </a:gridCol>
                <a:gridCol w="636143">
                  <a:extLst>
                    <a:ext uri="{9D8B030D-6E8A-4147-A177-3AD203B41FA5}">
                      <a16:colId xmlns:a16="http://schemas.microsoft.com/office/drawing/2014/main" val="1416061387"/>
                    </a:ext>
                  </a:extLst>
                </a:gridCol>
                <a:gridCol w="429171">
                  <a:extLst>
                    <a:ext uri="{9D8B030D-6E8A-4147-A177-3AD203B41FA5}">
                      <a16:colId xmlns:a16="http://schemas.microsoft.com/office/drawing/2014/main" val="1605595316"/>
                    </a:ext>
                  </a:extLst>
                </a:gridCol>
                <a:gridCol w="528613">
                  <a:extLst>
                    <a:ext uri="{9D8B030D-6E8A-4147-A177-3AD203B41FA5}">
                      <a16:colId xmlns:a16="http://schemas.microsoft.com/office/drawing/2014/main" val="2499591725"/>
                    </a:ext>
                  </a:extLst>
                </a:gridCol>
                <a:gridCol w="458670">
                  <a:extLst>
                    <a:ext uri="{9D8B030D-6E8A-4147-A177-3AD203B41FA5}">
                      <a16:colId xmlns:a16="http://schemas.microsoft.com/office/drawing/2014/main" val="792534547"/>
                    </a:ext>
                  </a:extLst>
                </a:gridCol>
                <a:gridCol w="674207">
                  <a:extLst>
                    <a:ext uri="{9D8B030D-6E8A-4147-A177-3AD203B41FA5}">
                      <a16:colId xmlns:a16="http://schemas.microsoft.com/office/drawing/2014/main" val="604771872"/>
                    </a:ext>
                  </a:extLst>
                </a:gridCol>
                <a:gridCol w="542411">
                  <a:extLst>
                    <a:ext uri="{9D8B030D-6E8A-4147-A177-3AD203B41FA5}">
                      <a16:colId xmlns:a16="http://schemas.microsoft.com/office/drawing/2014/main" val="1915856088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Classifiers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Accuracy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Precision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Recall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F1-Score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AUC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CV Accuracy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CV Runtime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6692013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Decision Tree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0.5918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0.5929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 dirty="0">
                          <a:effectLst/>
                        </a:rPr>
                        <a:t>0.5918</a:t>
                      </a:r>
                      <a:endParaRPr lang="en-PK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 dirty="0">
                          <a:effectLst/>
                        </a:rPr>
                        <a:t>0.5923</a:t>
                      </a:r>
                      <a:endParaRPr lang="en-PK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0.7054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0.5903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0.49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4298749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Random Forest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0.6637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0.6625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0.6637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0.6625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0.8520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0.6665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16.26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13733614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SVM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0.7006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0.7001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0.7006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0.6973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0.9402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0.7073</a:t>
                      </a:r>
                      <a:endParaRPr lang="en-PK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PK" sz="800" kern="100" dirty="0">
                          <a:effectLst/>
                        </a:rPr>
                        <a:t>215.51</a:t>
                      </a:r>
                      <a:endParaRPr lang="en-PK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511898758"/>
                  </a:ext>
                </a:extLst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498" y="2707267"/>
            <a:ext cx="2743200" cy="182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434767"/>
            <a:ext cx="2863516" cy="485713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Selected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2"/>
            <a:ext cx="5976687" cy="3354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Random Forest offered best trade-off between accuracy and efficiency.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bg1"/>
                </a:solidFill>
              </a:rP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lang="en-US" dirty="0">
                <a:solidFill>
                  <a:schemeClr val="bg1"/>
                </a:solidFill>
              </a:rPr>
              <a:t>Clear clustering observed in PCA plot among spectral classes.</a:t>
            </a:r>
          </a:p>
        </p:txBody>
      </p:sp>
      <p:pic>
        <p:nvPicPr>
          <p:cNvPr id="9" name="Picture 8" descr="A diagram of a colored object">
            <a:extLst>
              <a:ext uri="{FF2B5EF4-FFF2-40B4-BE49-F238E27FC236}">
                <a16:creationId xmlns:a16="http://schemas.microsoft.com/office/drawing/2014/main" id="{EE1719AB-0EE4-8E2A-D42B-04D7A5691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103" y="2654529"/>
            <a:ext cx="3729795" cy="2797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Model integrated with Gradio for live predictions from user input.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3DE810-E57B-BB8A-AF19-2D61303D5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894" y="2651465"/>
            <a:ext cx="5796213" cy="29373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6910" y="3314703"/>
            <a:ext cx="5250180" cy="3771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Dropped luminosity class due to missing values in many records.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3429002"/>
            <a:ext cx="5105400" cy="407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Only 3 features used; richer features could improve prediction.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Real World Issue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6707" y="3126708"/>
            <a:ext cx="2890587" cy="401554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IN" sz="1725" dirty="0">
                <a:solidFill>
                  <a:schemeClr val="bg1"/>
                </a:solidFill>
              </a:rPr>
              <a:t>Useful in space exploration.</a:t>
            </a:r>
            <a:endParaRPr sz="1725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0230" y="3429002"/>
            <a:ext cx="5463540" cy="5524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Plan to infer luminosity, use additional features and deep models.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0672" y="3225183"/>
            <a:ext cx="4442660" cy="4076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/>
            </a:pPr>
            <a:r>
              <a:rPr dirty="0">
                <a:solidFill>
                  <a:schemeClr val="bg1"/>
                </a:solidFill>
              </a:rPr>
              <a:t>Built and deployed a robust star classification pipeline.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299</Words>
  <Application>Microsoft Office PowerPoint</Application>
  <PresentationFormat>On-screen Show (4:3)</PresentationFormat>
  <Paragraphs>93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Star Classification Using Spectral Data</vt:lpstr>
      <vt:lpstr>Why Classification Matters</vt:lpstr>
      <vt:lpstr>Dataset </vt:lpstr>
      <vt:lpstr>Cleaning Raw Data</vt:lpstr>
      <vt:lpstr>SpType Challenges</vt:lpstr>
      <vt:lpstr>Feature Engineering</vt:lpstr>
      <vt:lpstr>Extracting Labels</vt:lpstr>
      <vt:lpstr>Feature Selection</vt:lpstr>
      <vt:lpstr>Normalization</vt:lpstr>
      <vt:lpstr>PCA for Reduction</vt:lpstr>
      <vt:lpstr>Handling Imbalance</vt:lpstr>
      <vt:lpstr>Models Trained</vt:lpstr>
      <vt:lpstr>Selected Model</vt:lpstr>
      <vt:lpstr>Visualization</vt:lpstr>
      <vt:lpstr>Deployment</vt:lpstr>
      <vt:lpstr>Challenges</vt:lpstr>
      <vt:lpstr>Limitations</vt:lpstr>
      <vt:lpstr>Real World Issue</vt:lpstr>
      <vt:lpstr>Future Scope</vt:lpstr>
      <vt:lpstr>Project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Aryak Bhattacharya</cp:lastModifiedBy>
  <cp:revision>1</cp:revision>
  <dcterms:created xsi:type="dcterms:W3CDTF">2013-01-27T09:14:16Z</dcterms:created>
  <dcterms:modified xsi:type="dcterms:W3CDTF">2025-06-10T19:04:08Z</dcterms:modified>
  <cp:category/>
</cp:coreProperties>
</file>